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11887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1188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F313F"/>
                </a:solidFill>
                <a:latin typeface="Poppins"/>
              </a:defRPr>
            </a:pPr>
            <a:r>
              <a:t>Punto de venta de zapatos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B79"/>
                </a:solidFill>
                <a:latin typeface="Roboto"/>
              </a:defRPr>
            </a:pPr>
            <a:r>
              <a:t>Backend con asincronismo, hilos, sincronizacion y transacciones en SQLite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21945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29968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Proyecto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78608"/>
            <a:ext cx="2880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FastAPI + SQLite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Catalogo, carrito, compras e inventario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Funciona en 127.0.0.1:8003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73152" cy="21945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29968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Tema central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78608"/>
            <a:ext cx="2880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Como una venta descuenta stock sin bloquear el servidor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Como se evita vender el mismo par dos veces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82880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828800"/>
            <a:ext cx="73152" cy="219456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029968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Archivos clave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578608"/>
            <a:ext cx="2880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app/main.py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app/inventory_service.py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app/db.py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app/models.py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57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F313F"/>
                </a:solidFill>
                <a:latin typeface="Roboto"/>
              </a:defRPr>
            </a:pPr>
            <a:r>
              <a:t>Exposicion enfocada en el funcionamiento interno del POS.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11887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1188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F313F"/>
                </a:solidFill>
                <a:latin typeface="Poppins"/>
              </a:defRPr>
            </a:pPr>
            <a:r>
              <a:t>Aspectos que cubre el punto de venta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B79"/>
                </a:solidFill>
                <a:latin typeface="Roboto"/>
              </a:defRPr>
            </a:pPr>
            <a:r>
              <a:t>Basado en los requerimientos del pizarron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3832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34747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Usuario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Registrarse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Iniciar sesion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Ver productos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Agregar al carrito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Comprar producto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508760"/>
            <a:ext cx="33832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508760"/>
            <a:ext cx="73152" cy="34747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709928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Compra / carrito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58568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Agregar tarjeta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Agregar direccion y telefono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Cancelar compra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Aceptar producto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Validar stock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508760"/>
            <a:ext cx="33832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508760"/>
            <a:ext cx="73152" cy="347472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709928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Inventario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258568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Agregar, editar y eliminar producto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Buscar producto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Descontar inventario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Aumentar inventario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Ver detalle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11887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1188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F313F"/>
                </a:solidFill>
                <a:latin typeface="Poppins"/>
              </a:defRPr>
            </a:pPr>
            <a:r>
              <a:t>Roles: administrador y usuario normal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32461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18488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Administrador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67128"/>
            <a:ext cx="48006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El primer usuario registrado queda con rol ADMIN.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Puede entrar a /inventory.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Administra zapatos: agregar, editar, eliminar, aumentar y descontar stock.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46634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73152" cy="324612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18488"/>
            <a:ext cx="42519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67128"/>
            <a:ext cx="425195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Los usuarios siguientes quedan como CLIENTE.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Pueden ver catalogo, carrito y perfil.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Pueden comprar si tienen direccion, telefono y tarjeta.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5074920"/>
            <a:ext cx="9875520" cy="685800"/>
          </a:xfrm>
          <a:prstGeom prst="rect">
            <a:avLst/>
          </a:prstGeom>
          <a:solidFill>
            <a:srgbClr val="212529"/>
          </a:solidFill>
          <a:ln>
            <a:solidFill>
              <a:srgbClr val="21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5257800"/>
            <a:ext cx="9473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  <a:r>
              <a:t>role = 'ADMIN' if users_count == 0 else 'CLIENTE'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11887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1188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F313F"/>
                </a:solidFill>
                <a:latin typeface="Poppins"/>
              </a:defRPr>
            </a:pPr>
            <a:r>
              <a:t>Arquitectura local del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07899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E6B79"/>
                </a:solidFill>
                <a:latin typeface="Roboto"/>
              </a:defRPr>
            </a:pPr>
            <a:r>
              <a:t>No hay deploy: todo corre en la computadora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2331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73152" cy="19202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1920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Navegador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70048"/>
            <a:ext cx="19202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Plantillas HTML + Bootstrap + formularios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920240"/>
            <a:ext cx="2331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920240"/>
            <a:ext cx="73152" cy="19202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121408"/>
            <a:ext cx="1920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670048"/>
            <a:ext cx="19202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Rutas async: catalogo, login, carrito, inventario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920240"/>
            <a:ext cx="2331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920240"/>
            <a:ext cx="73152" cy="192024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121408"/>
            <a:ext cx="1920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Servicio de inventario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670048"/>
            <a:ext cx="19202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ThreadPoolExecutor + Lock + operaciones criticas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920240"/>
            <a:ext cx="2331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920240"/>
            <a:ext cx="73152" cy="19202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121408"/>
            <a:ext cx="1920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SQLite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670048"/>
            <a:ext cx="19202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pos.db con usuarios, productos, carrito y compras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71800" y="2880360"/>
            <a:ext cx="502920" cy="0"/>
          </a:xfrm>
          <a:prstGeom prst="line">
            <a:avLst/>
          </a:prstGeom>
          <a:ln w="22860">
            <a:solidFill>
              <a:srgbClr val="1F31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06440" y="2880360"/>
            <a:ext cx="594360" cy="0"/>
          </a:xfrm>
          <a:prstGeom prst="line">
            <a:avLst/>
          </a:prstGeom>
          <a:ln w="22860">
            <a:solidFill>
              <a:srgbClr val="1F31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732520" y="2880360"/>
            <a:ext cx="502920" cy="0"/>
          </a:xfrm>
          <a:prstGeom prst="line">
            <a:avLst/>
          </a:prstGeom>
          <a:ln w="22860">
            <a:solidFill>
              <a:srgbClr val="1F31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5120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F313F"/>
                </a:solidFill>
                <a:latin typeface="Roboto"/>
              </a:defRPr>
            </a:pPr>
            <a:r>
              <a:t>URL local de demo: http://127.0.0.1:8003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11887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1188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F313F"/>
                </a:solidFill>
                <a:latin typeface="Poppins"/>
              </a:defRPr>
            </a:pPr>
            <a:r>
              <a:t>Flujo de una compra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94560"/>
            <a:ext cx="438912" cy="438912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176272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F313F"/>
                </a:solidFill>
                <a:latin typeface="Roboto"/>
              </a:defRPr>
            </a:pPr>
            <a:r>
              <a:t>Cliente inicia sesion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88720" y="2414016"/>
            <a:ext cx="1783080" cy="0"/>
          </a:xfrm>
          <a:prstGeom prst="line">
            <a:avLst/>
          </a:prstGeom>
          <a:ln w="22860">
            <a:solidFill>
              <a:srgbClr val="1F31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971800" y="2194560"/>
            <a:ext cx="438912" cy="438912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176272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F313F"/>
                </a:solidFill>
                <a:latin typeface="Roboto"/>
              </a:defRPr>
            </a:pPr>
            <a:r>
              <a:t>Agrega zapatos al carrito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29000" y="2414016"/>
            <a:ext cx="1783080" cy="0"/>
          </a:xfrm>
          <a:prstGeom prst="line">
            <a:avLst/>
          </a:prstGeom>
          <a:ln w="22860">
            <a:solidFill>
              <a:srgbClr val="1F31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212080" y="2194560"/>
            <a:ext cx="438912" cy="438912"/>
          </a:xfrm>
          <a:prstGeom prst="ellipse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9008" y="2176272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F313F"/>
                </a:solidFill>
                <a:latin typeface="Roboto"/>
              </a:defRPr>
            </a:pPr>
            <a:r>
              <a:t>Presiona comprar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0" y="2414016"/>
            <a:ext cx="1783080" cy="0"/>
          </a:xfrm>
          <a:prstGeom prst="line">
            <a:avLst/>
          </a:prstGeom>
          <a:ln w="22860">
            <a:solidFill>
              <a:srgbClr val="1F31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452360" y="2194560"/>
            <a:ext cx="438912" cy="438912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2176272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F313F"/>
                </a:solidFill>
                <a:latin typeface="Roboto"/>
              </a:defRPr>
            </a:pPr>
            <a:r>
              <a:t>Backend valida datos y stock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09560" y="2414016"/>
            <a:ext cx="1783080" cy="0"/>
          </a:xfrm>
          <a:prstGeom prst="line">
            <a:avLst/>
          </a:prstGeom>
          <a:ln w="22860">
            <a:solidFill>
              <a:srgbClr val="1F31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692640" y="2194560"/>
            <a:ext cx="438912" cy="438912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9568" y="2176272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F313F"/>
                </a:solidFill>
                <a:latin typeface="Roboto"/>
              </a:defRPr>
            </a:pPr>
            <a:r>
              <a:t>Se registra compra y baja inventario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160520"/>
            <a:ext cx="10058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4160520"/>
            <a:ext cx="73152" cy="13258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361688"/>
            <a:ext cx="9646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Idea para explicar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910328"/>
            <a:ext cx="96469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La compra parece una accion simple en pantalla, pero internamente coordina asincronismo, hilos, lock y transaccion de base de datos.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11887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1188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F313F"/>
                </a:solidFill>
                <a:latin typeface="Poppins"/>
              </a:defRPr>
            </a:pPr>
            <a:r>
              <a:t>Donde ocurre el asincronismo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1206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21488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En las rutas 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67128"/>
            <a:ext cx="470915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Las rutas usan async def para atender peticiones sin bloquear el servidor.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Ejemplos: home, cart_page, checkout, inventory_page.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1206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73152" cy="21488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18488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Al llamar operaciones pesadas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67128"/>
            <a:ext cx="470915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checkout() usa await checkout_cart(user_id).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El event loop espera la respuesta del hilo sin detener otras rutas.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160520"/>
            <a:ext cx="10241280" cy="1143000"/>
          </a:xfrm>
          <a:prstGeom prst="rect">
            <a:avLst/>
          </a:prstGeom>
          <a:solidFill>
            <a:srgbClr val="212529"/>
          </a:solidFill>
          <a:ln>
            <a:solidFill>
              <a:srgbClr val="21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343400"/>
            <a:ext cx="98389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  <a:r>
              <a:t>@app.post('/cart/checkout')</a:t>
            </a:r>
            <a:br/>
            <a:r>
              <a:t>async def checkout(...):</a:t>
            </a:r>
            <a:br/>
            <a:r>
              <a:t>    result = await checkout_cart(user_id)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11887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1188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F313F"/>
                </a:solidFill>
                <a:latin typeface="Poppins"/>
              </a:defRPr>
            </a:pPr>
            <a:r>
              <a:t>Donde se usan hilos en el 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22860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ThreadPoolExecutor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67128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Crea trabajadores en segundo plano.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Cada venta o movimiento de stock puede ejecutarse en un hilo.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417320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417320"/>
            <a:ext cx="73152" cy="228600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618488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run_in_executor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67128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Conecta el mundo async con funciones sincronicas.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FastAPI no se queda esperando bloqueado.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3200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417320"/>
            <a:ext cx="73152" cy="22860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618488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Sesion por hilo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167128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Cada hilo abre su propia sesion SQLite sincronica.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Evita compartir conexiones entre hilos.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251960"/>
            <a:ext cx="10332720" cy="960120"/>
          </a:xfrm>
          <a:prstGeom prst="rect">
            <a:avLst/>
          </a:prstGeom>
          <a:solidFill>
            <a:srgbClr val="212529"/>
          </a:solidFill>
          <a:ln>
            <a:solidFill>
              <a:srgbClr val="21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4434840"/>
            <a:ext cx="99303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  <a:r>
              <a:t>worker_pool = ThreadPoolExecutor(max_workers=4)</a:t>
            </a:r>
            <a:br/>
            <a:r>
              <a:t>return await loop.run_in_executor(worker_pool, _checkout_sync, user_id)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11887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1188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F313F"/>
                </a:solidFill>
                <a:latin typeface="Poppins"/>
              </a:defRPr>
            </a:pPr>
            <a:r>
              <a:t>Donde ocurre la sincronizacion con hilos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0292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73152" cy="2743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27048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4617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Dos clientes pueden comprar al mismo tiempo.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Si ambos ven stock = 1, los dos podrian intentar comprar el ultimo par.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0292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73152" cy="2743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27048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Solucion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75688"/>
            <a:ext cx="4617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inventory_lock = threading.Lock()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Solo un hilo puede modificar stock o confirmar compra a la vez.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Los demas esperan su turno.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572000"/>
            <a:ext cx="10058400" cy="1280160"/>
          </a:xfrm>
          <a:prstGeom prst="rect">
            <a:avLst/>
          </a:prstGeom>
          <a:solidFill>
            <a:srgbClr val="212529"/>
          </a:solidFill>
          <a:ln>
            <a:solidFill>
              <a:srgbClr val="21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754880"/>
            <a:ext cx="9656064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  <a:r>
              <a:t>with inventory_lock:</a:t>
            </a:r>
            <a:br/>
            <a:r>
              <a:t>    with SessionLocalSync() as db:</a:t>
            </a:r>
            <a:br/>
            <a:r>
              <a:t>        with db.begin():</a:t>
            </a:r>
            <a:br/>
            <a:r>
              <a:t>            # validar y modificar stock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11887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1188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F313F"/>
                </a:solidFill>
                <a:latin typeface="Poppins"/>
              </a:defRPr>
            </a:pPr>
            <a:r>
              <a:t>Donde ocurren las transacciones de base de datos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6576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73152" cy="310896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Archivo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app/inventory_service.py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Funciones: _checkout_sync, _decrease_stock_sync, _increase_stock_sync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71600"/>
            <a:ext cx="36576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371600"/>
            <a:ext cx="73152" cy="31089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572768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Transaccion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21408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with db.begin()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Si todo sale bien: commit automatico.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Si falla: rollback automatico.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371600"/>
            <a:ext cx="32004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371600"/>
            <a:ext cx="73152" cy="310896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En checkout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121408"/>
            <a:ext cx="2788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Validar datos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Validar stock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Descontar inventario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Crear Purchase</a:t>
            </a:r>
          </a:p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Vaciar carrito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800600"/>
            <a:ext cx="10424160" cy="1143000"/>
          </a:xfrm>
          <a:prstGeom prst="rect">
            <a:avLst/>
          </a:prstGeom>
          <a:solidFill>
            <a:srgbClr val="212529"/>
          </a:solidFill>
          <a:ln>
            <a:solidFill>
              <a:srgbClr val="21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983480"/>
            <a:ext cx="100218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BF5FF"/>
                </a:solidFill>
                <a:latin typeface="Consolas"/>
              </a:defRPr>
            </a:pPr>
            <a:r>
              <a:t>with db.begin():</a:t>
            </a:r>
            <a:br/>
            <a:r>
              <a:t>    item.product.stock -= item.quantity</a:t>
            </a:r>
            <a:br/>
            <a:r>
              <a:t>    db.add(Purchase(...))</a:t>
            </a:r>
            <a:br/>
            <a:r>
              <a:t>    db.execute(delete(CartItem).where(...))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11887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1188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F313F"/>
                </a:solidFill>
                <a:latin typeface="Poppins"/>
              </a:defRPr>
            </a:pPr>
            <a:r>
              <a:t>Como trabajan juntas las tres ideas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554480"/>
            <a:ext cx="438912" cy="438912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536192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F313F"/>
                </a:solidFill>
                <a:latin typeface="Roboto"/>
              </a:defRPr>
            </a:pPr>
            <a:r>
              <a:t>FastAPI recibe la compra async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331720"/>
            <a:ext cx="438912" cy="438912"/>
          </a:xfrm>
          <a:prstGeom prst="ellipse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313432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F313F"/>
                </a:solidFill>
                <a:latin typeface="Roboto"/>
              </a:defRPr>
            </a:pPr>
            <a:r>
              <a:t>Se manda al pool de hilos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108960"/>
            <a:ext cx="438912" cy="438912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3090672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F313F"/>
                </a:solidFill>
                <a:latin typeface="Roboto"/>
              </a:defRPr>
            </a:pPr>
            <a:r>
              <a:t>El hilo toma el Lock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886200"/>
            <a:ext cx="438912" cy="438912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3867912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F313F"/>
                </a:solidFill>
                <a:latin typeface="Roboto"/>
              </a:defRPr>
            </a:pPr>
            <a:r>
              <a:t>Abre transaccion con db.begin()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63440"/>
            <a:ext cx="438912" cy="438912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4645152"/>
            <a:ext cx="2057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1F313F"/>
                </a:solidFill>
                <a:latin typeface="Roboto"/>
              </a:defRPr>
            </a:pPr>
            <a:r>
              <a:t>Actualiza stock y confirma compra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1691640"/>
            <a:ext cx="512064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1691640"/>
            <a:ext cx="73152" cy="3611880"/>
          </a:xfrm>
          <a:prstGeom prst="rect">
            <a:avLst/>
          </a:prstGeom>
          <a:solidFill>
            <a:srgbClr val="1F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1892808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Resumen en una frase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441448"/>
            <a:ext cx="4709159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El asincronismo permite atender varias peticiones, los hilos ejecutan operaciones criticas sin bloquear, el Lock ordena el acceso al inventario y la transaccion garantiza que la venta sea completa o no ocurra.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11887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1188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F313F"/>
                </a:solidFill>
                <a:latin typeface="Poppins"/>
              </a:defRPr>
            </a:pPr>
            <a:r>
              <a:t>Guia rapida para la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515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F313F"/>
                </a:solidFill>
                <a:latin typeface="Roboto"/>
              </a:defRPr>
            </a:pPr>
            <a:r>
              <a:t>1. Abrir http://127.0.0.1:8003 y mostrar el catalogo de zapatos.</a:t>
            </a:r>
          </a:p>
          <a:p>
            <a:pPr>
              <a:spcAft>
                <a:spcPts val="700"/>
              </a:spcAft>
              <a:defRPr sz="2000">
                <a:solidFill>
                  <a:srgbClr val="1F313F"/>
                </a:solidFill>
                <a:latin typeface="Roboto"/>
              </a:defRPr>
            </a:pPr>
            <a:r>
              <a:t>2. Entrar a Perfil y mostrar el rol: ADMIN o CLIENTE.</a:t>
            </a:r>
          </a:p>
          <a:p>
            <a:pPr>
              <a:spcAft>
                <a:spcPts val="700"/>
              </a:spcAft>
              <a:defRPr sz="2000">
                <a:solidFill>
                  <a:srgbClr val="1F313F"/>
                </a:solidFill>
                <a:latin typeface="Roboto"/>
              </a:defRPr>
            </a:pPr>
            <a:r>
              <a:t>3. Como ADMIN, abrir Inventario y aumentar/descontar stock.</a:t>
            </a:r>
          </a:p>
          <a:p>
            <a:pPr>
              <a:spcAft>
                <a:spcPts val="700"/>
              </a:spcAft>
              <a:defRPr sz="2000">
                <a:solidFill>
                  <a:srgbClr val="1F313F"/>
                </a:solidFill>
                <a:latin typeface="Roboto"/>
              </a:defRPr>
            </a:pPr>
            <a:r>
              <a:t>4. Como CLIENTE, agregar un zapato al carrito y comprar.</a:t>
            </a:r>
          </a:p>
          <a:p>
            <a:pPr>
              <a:spcAft>
                <a:spcPts val="700"/>
              </a:spcAft>
              <a:defRPr sz="2000">
                <a:solidFill>
                  <a:srgbClr val="1F313F"/>
                </a:solidFill>
                <a:latin typeface="Roboto"/>
              </a:defRPr>
            </a:pPr>
            <a:r>
              <a:t>5. Abrir /technical y explicar asincronismo, transacciones y Lock.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92040"/>
            <a:ext cx="10241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892040"/>
            <a:ext cx="73152" cy="9144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093207"/>
            <a:ext cx="9829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Nota importante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641848"/>
            <a:ext cx="98298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El sistema es local: usa SQLite en pos.db y no necesita deploy ni servidor externo.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118872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11887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F313F"/>
                </a:solidFill>
                <a:latin typeface="Poppins"/>
              </a:defRPr>
            </a:pPr>
            <a:r>
              <a:t>Conclusion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508760"/>
            <a:ext cx="73152" cy="29260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09928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Asincronismo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58568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Mantiene el servidor disponible mientras espera operaciones del backend.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0876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08760"/>
            <a:ext cx="73152" cy="29260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09928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Transacciones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58568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Aseguran que stock, compra y carrito se actualicen juntos.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0876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73152" cy="292608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09928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13F"/>
                </a:solidFill>
                <a:latin typeface="Poppins"/>
              </a:defRPr>
            </a:pPr>
            <a:r>
              <a:t>Sincronizacion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58568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5E6B79"/>
                </a:solidFill>
                <a:latin typeface="Roboto"/>
              </a:defRPr>
            </a:pPr>
            <a:r>
              <a:t>El Lock evita conflictos cuando varios hilos modifican el inventario.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206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F313F"/>
                </a:solidFill>
                <a:latin typeface="Roboto"/>
              </a:defRPr>
            </a:pPr>
            <a:r>
              <a:t>Resultado: un POS de zapatos local, funcional y preparado para explicar concurrencia.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